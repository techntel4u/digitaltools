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7" r:id="rId4"/>
    <p:sldMasterId id="2147483748" r:id="rId5"/>
    <p:sldMasterId id="214748374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lay"/>
      <p:regular r:id="rId18"/>
      <p:bold r:id="rId19"/>
    </p:embeddedFont>
    <p:embeddedFont>
      <p:font typeface="Mate"/>
      <p:regular r:id="rId20"/>
      <p: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 Light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Google Sans"/>
      <p:regular r:id="rId34"/>
      <p:bold r:id="rId35"/>
      <p:italic r:id="rId36"/>
      <p:boldItalic r:id="rId37"/>
    </p:embeddedFont>
    <p:embeddedFont>
      <p:font typeface="Quattrocento Sans"/>
      <p:regular r:id="rId38"/>
      <p:bold r:id="rId39"/>
      <p:italic r:id="rId40"/>
      <p:boldItalic r:id="rId41"/>
    </p:embeddedFont>
    <p:embeddedFont>
      <p:font typeface="Poppins SemiBold"/>
      <p:regular r:id="rId42"/>
      <p:bold r:id="rId43"/>
      <p:italic r:id="rId44"/>
      <p:boldItalic r:id="rId45"/>
    </p:embeddedFont>
    <p:embeddedFont>
      <p:font typeface="Helvetica Neue 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italic.fntdata"/><Relationship Id="rId42" Type="http://schemas.openxmlformats.org/officeDocument/2006/relationships/font" Target="fonts/PoppinsSemiBold-regular.fntdata"/><Relationship Id="rId41" Type="http://schemas.openxmlformats.org/officeDocument/2006/relationships/font" Target="fonts/QuattrocentoSans-boldItalic.fntdata"/><Relationship Id="rId44" Type="http://schemas.openxmlformats.org/officeDocument/2006/relationships/font" Target="fonts/PoppinsSemiBold-italic.fntdata"/><Relationship Id="rId43" Type="http://schemas.openxmlformats.org/officeDocument/2006/relationships/font" Target="fonts/PoppinsSemiBold-bold.fntdata"/><Relationship Id="rId46" Type="http://schemas.openxmlformats.org/officeDocument/2006/relationships/font" Target="fonts/HelveticaNeueLight-regular.fntdata"/><Relationship Id="rId45" Type="http://schemas.openxmlformats.org/officeDocument/2006/relationships/font" Target="fonts/Poppi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HelveticaNeueLight-italic.fntdata"/><Relationship Id="rId47" Type="http://schemas.openxmlformats.org/officeDocument/2006/relationships/font" Target="fonts/HelveticaNeueLight-bold.fntdata"/><Relationship Id="rId49" Type="http://schemas.openxmlformats.org/officeDocument/2006/relationships/font" Target="fonts/HelveticaNeueLight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33" Type="http://schemas.openxmlformats.org/officeDocument/2006/relationships/font" Target="fonts/Inter-boldItalic.fntdata"/><Relationship Id="rId32" Type="http://schemas.openxmlformats.org/officeDocument/2006/relationships/font" Target="fonts/Inter-italic.fntdata"/><Relationship Id="rId35" Type="http://schemas.openxmlformats.org/officeDocument/2006/relationships/font" Target="fonts/GoogleSans-bold.fntdata"/><Relationship Id="rId34" Type="http://schemas.openxmlformats.org/officeDocument/2006/relationships/font" Target="fonts/GoogleSans-regular.fntdata"/><Relationship Id="rId37" Type="http://schemas.openxmlformats.org/officeDocument/2006/relationships/font" Target="fonts/GoogleSans-boldItalic.fntdata"/><Relationship Id="rId36" Type="http://schemas.openxmlformats.org/officeDocument/2006/relationships/font" Target="fonts/GoogleSans-italic.fntdata"/><Relationship Id="rId39" Type="http://schemas.openxmlformats.org/officeDocument/2006/relationships/font" Target="fonts/QuattrocentoSans-bold.fntdata"/><Relationship Id="rId38" Type="http://schemas.openxmlformats.org/officeDocument/2006/relationships/font" Target="fonts/QuattrocentoSans-regular.fntdata"/><Relationship Id="rId20" Type="http://schemas.openxmlformats.org/officeDocument/2006/relationships/font" Target="fonts/Mate-regular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Mate-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26" Type="http://schemas.openxmlformats.org/officeDocument/2006/relationships/font" Target="fonts/InterLight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Light-italic.fntdata"/><Relationship Id="rId27" Type="http://schemas.openxmlformats.org/officeDocument/2006/relationships/font" Target="fonts/InterLight-bold.fntdata"/><Relationship Id="rId29" Type="http://schemas.openxmlformats.org/officeDocument/2006/relationships/font" Target="fonts/InterLigh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lay-bold.fntdata"/><Relationship Id="rId1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POLL question after this slide.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"How many hours a day do you spend online?"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Options: Less than 2 · 2–4 · 4–6 · More than 6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a no-wrong-answer warm-up. Everyone takes part and you get a quick read of the room.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solidFill>
                  <a:srgbClr val="5F6367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MULTIPLE CHOICE question after this slide.</a:t>
            </a:r>
            <a:endParaRPr sz="1000">
              <a:solidFill>
                <a:srgbClr val="5F6367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solidFill>
                  <a:srgbClr val="5F6367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"You delete a post an hour after sharing it. Is it gone from your digital footprint?"</a:t>
            </a:r>
            <a:endParaRPr sz="1000">
              <a:solidFill>
                <a:srgbClr val="5F6367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solidFill>
                  <a:srgbClr val="5F6367"/>
                </a:solidFill>
                <a:latin typeface="Google Sans"/>
                <a:ea typeface="Google Sans"/>
                <a:cs typeface="Google Sans"/>
                <a:sym typeface="Google Sans"/>
              </a:rPr>
              <a:t>Options: Yes, deleted means gone · No, it may already be screenshotted, shared or saved (correct) · Only if nobody liked it · Yes, after 24 hours</a:t>
            </a:r>
            <a:endParaRPr sz="1000">
              <a:solidFill>
                <a:srgbClr val="5F6367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00">
                <a:solidFill>
                  <a:srgbClr val="5F6367"/>
                </a:solidFill>
                <a:latin typeface="Google Sans"/>
                <a:ea typeface="Google Sans"/>
                <a:cs typeface="Google Sans"/>
                <a:sym typeface="Google Sans"/>
              </a:rPr>
              <a:t>Why: instant check for understanding, and it tackles a common misconception.</a:t>
            </a:r>
            <a:endParaRPr sz="1000">
              <a:solidFill>
                <a:srgbClr val="5F636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⚡ WAYGROUND: add a CATEGORISE (sort) question after this slide.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Question: "Sort these into ACTIVE or PASSIVE footprint."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Items: Posting a TikTok (active) · Leaving a Google review (active) · Signing up for a giveaway (active) · An app tracking your location (passive) · Cookies on a shopping site (passive) · Your IP address being logged (passive)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Why: learners apply the idea instead of just recalling it. Results show which items cause confusion.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388" name="Google Shape;38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⚡ WAYGROUND: add a OPEN-ENDED question after this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Question: "An employer searches your name tomorrow. What would you want them to find, and what would you NOT want them to find?"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Why: gives every learner a voice, including quieter ones. Show answers anonymously on screen to start a discussion.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HOTSPOT question after this slide.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"Click on the part of the post that tells a burglar the house will be empty." Upload the post image from this slide into the Hotspot question.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Correct area: the caption "house empty for 2 weeks".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Run it again or follow up with: the location tag (home address), the door number in the photo, the full name on the college ID, and the "Public" setting.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visual and hands-on, which suits learners with lower reading confidence. The post is fictional.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⚡ WAYGROUND: add a FILL IN THE BLANK question after this slide.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Question: "The National Cyber Security Centre recommends a password made of ___ random words."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Answer: three (also accept 3)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</a:rPr>
              <a:t>Why: quick recall check with no options to guess from.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461" name="Google Shape;46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MATCH question after this slide.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"Match each letter of THINK to its word."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Pairs: T = True · H = Helpful · I = Inspiring · N = Necessary · K = Kind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low-stakes memory check that works well as a quick fire round.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REORDER question after this slide.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"Put these steps in the right order." (Wayground shuffles them for learners.)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Correct order: Delete the post · Ask friends to remove shares or tags · Tighten privacy settings · Search your name · Talk to someone you trust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checks understanding of a process, not just facts.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MULTIPLE CHOICE (or Poll) question after this slide.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"Who in college should you tell if something online is worrying you?"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Options: Nobody, just block them · Any member of staff you trust, or the DSL (correct) · Only your friends · Post about it online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makes sure every learner leaves knowing where to go for help.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Swap in your college's own DSL name or contact details on the slide.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⚡ WAYGROUND: add a DRAW (exit ticket) question after this slide.</a:t>
            </a:r>
            <a:endParaRPr b="1"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Question: "Draw or write one thing you will change about your online profile this week."</a:t>
            </a:r>
            <a:endParaRPr b="1"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Why: creative exit ticket. Drawing gives learners who struggle with writing another way to respond.</a:t>
            </a:r>
            <a:endParaRPr b="1"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" type="title">
  <p:cSld name="TITLE">
    <p:bg>
      <p:bgPr>
        <a:solidFill>
          <a:schemeClr val="accen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">
  <p:cSld name="TITLE_1_1_1_1_1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1" name="Google Shape;21;p5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rple Title">
  <p:cSld name="TITLE_1">
    <p:bg>
      <p:bgPr>
        <a:solidFill>
          <a:schemeClr val="accen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">
  <p:cSld name="TITLE_1_1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">
  <p:cSld name="TITLE_1_1_1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37" name="Google Shape;37;p8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Title">
  <p:cSld name="TITLE_1_1_1_1">
    <p:bg>
      <p:bgPr>
        <a:solidFill>
          <a:schemeClr val="accent5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42" name="Google Shape;42;p9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TITLE_1_1_1_1_1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: Blank">
  <p:cSld name="CUSTOM_2_1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04800" y="304800"/>
            <a:ext cx="58923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pic>
        <p:nvPicPr>
          <p:cNvPr id="82" name="Google Shape;8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5425" y="4669087"/>
            <a:ext cx="1176175" cy="33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9"/>
          <p:cNvCxnSpPr/>
          <p:nvPr/>
        </p:nvCxnSpPr>
        <p:spPr>
          <a:xfrm>
            <a:off x="0" y="985825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p19"/>
          <p:cNvPicPr preferRelativeResize="0"/>
          <p:nvPr/>
        </p:nvPicPr>
        <p:blipFill rotWithShape="1">
          <a:blip r:embed="rId3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- Two Lines">
  <p:cSld name="CUSTOM_2_1_1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304800" y="304800"/>
            <a:ext cx="374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cxnSp>
        <p:nvCxnSpPr>
          <p:cNvPr id="87" name="Google Shape;87;p20"/>
          <p:cNvCxnSpPr/>
          <p:nvPr/>
        </p:nvCxnSpPr>
        <p:spPr>
          <a:xfrm>
            <a:off x="0" y="1346000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20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: Subheading 1-Col">
  <p:cSld name="TITLE_2_3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-2409" y="235375"/>
            <a:ext cx="35400" cy="46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464175" y="1347625"/>
            <a:ext cx="54531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8575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1pPr>
            <a:lvl2pPr indent="-285750" lvl="1" marL="914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2pPr>
            <a:lvl3pPr indent="-285750" lvl="2" marL="1371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3pPr>
            <a:lvl4pPr indent="-285750" lvl="3" marL="18288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4pPr>
            <a:lvl5pPr indent="-285750" lvl="4" marL="22860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5pPr>
            <a:lvl6pPr indent="-285750" lvl="5" marL="27432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6pPr>
            <a:lvl7pPr indent="-285750" lvl="6" marL="3200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7pPr>
            <a:lvl8pPr indent="-285750" lvl="7" marL="3657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8pPr>
            <a:lvl9pPr indent="-285750" lvl="8" marL="4114800" marR="0"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type="title"/>
          </p:nvPr>
        </p:nvSpPr>
        <p:spPr>
          <a:xfrm>
            <a:off x="457200" y="225739"/>
            <a:ext cx="4074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i="0" sz="1000" u="none" cap="none" strike="noStrike">
                <a:solidFill>
                  <a:schemeClr val="accent1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title"/>
          </p:nvPr>
        </p:nvSpPr>
        <p:spPr>
          <a:xfrm>
            <a:off x="457196" y="457202"/>
            <a:ext cx="5453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None/>
              <a:defRPr i="0" sz="2400" u="none" cap="none" strike="noStrike">
                <a:solidFill>
                  <a:srgbClr val="3C4043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">
  <p:cSld name="TITLE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2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 6">
  <p:cSld name="TITLE_8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2">
            <a:alphaModFix/>
          </a:blip>
          <a:srcRect b="44967" l="0" r="0" t="0"/>
          <a:stretch/>
        </p:blipFill>
        <p:spPr>
          <a:xfrm>
            <a:off x="212900" y="4625250"/>
            <a:ext cx="1038175" cy="5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randing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/>
          <p:nvPr/>
        </p:nvSpPr>
        <p:spPr>
          <a:xfrm>
            <a:off x="6061375" y="671075"/>
            <a:ext cx="2915700" cy="437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–FOUNDATION">
  <p:cSld name="TITLE_AND_TWO_COLUMNS_1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/>
          <p:nvPr/>
        </p:nvSpPr>
        <p:spPr>
          <a:xfrm>
            <a:off x="-347250" y="-335925"/>
            <a:ext cx="9848100" cy="5896800"/>
          </a:xfrm>
          <a:prstGeom prst="rect">
            <a:avLst/>
          </a:prstGeom>
          <a:solidFill>
            <a:srgbClr val="9B7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-3580" y="-238400"/>
            <a:ext cx="2365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Foundation Slide</a:t>
            </a:r>
            <a:endParaRPr b="1" i="0" sz="1400" u="none" cap="none" strike="noStrike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-68850" y="-57375"/>
            <a:ext cx="9295500" cy="52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 rot="-5400000">
            <a:off x="4516672" y="504150"/>
            <a:ext cx="119100" cy="9159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227BFE"/>
              </a:gs>
              <a:gs pos="31000">
                <a:srgbClr val="098EFB"/>
              </a:gs>
              <a:gs pos="68000">
                <a:srgbClr val="AC87EB"/>
              </a:gs>
              <a:gs pos="100000">
                <a:srgbClr val="EE4D5D"/>
              </a:gs>
            </a:gsLst>
            <a:lin ang="5400700" scaled="0"/>
          </a:gradFill>
          <a:ln>
            <a:noFill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7466275" y="279903"/>
            <a:ext cx="13305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600" u="none" cap="none" strike="noStrike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b="0" i="0" sz="600" u="none" cap="none" strike="noStrike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: Section Slide">
  <p:cSld name="CUSTOM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50" y="0"/>
            <a:ext cx="9144000" cy="4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4" name="Google Shape;114;p27"/>
          <p:cNvCxnSpPr/>
          <p:nvPr/>
        </p:nvCxnSpPr>
        <p:spPr>
          <a:xfrm rot="10800000">
            <a:off x="481275" y="1767101"/>
            <a:ext cx="0" cy="17697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miter lim="4000"/>
            <a:headEnd len="sm" w="sm" type="none"/>
            <a:tailEnd len="sm" w="sm" type="none"/>
          </a:ln>
        </p:spPr>
      </p:cxnSp>
      <p:sp>
        <p:nvSpPr>
          <p:cNvPr id="115" name="Google Shape;115;p27"/>
          <p:cNvSpPr txBox="1"/>
          <p:nvPr>
            <p:ph type="title"/>
          </p:nvPr>
        </p:nvSpPr>
        <p:spPr>
          <a:xfrm>
            <a:off x="962200" y="2196350"/>
            <a:ext cx="7724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oogle Sans"/>
              <a:buNone/>
              <a:defRPr b="0" i="0" sz="36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3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" type="subTitle"/>
          </p:nvPr>
        </p:nvSpPr>
        <p:spPr>
          <a:xfrm>
            <a:off x="976648" y="1757286"/>
            <a:ext cx="4643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"/>
              <a:buNone/>
              <a:defRPr sz="1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sz="1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5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457200" y="1536250"/>
            <a:ext cx="82296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5000"/>
              <a:buFont typeface="Google Sans"/>
              <a:buNone/>
              <a:defRPr b="0" i="0" sz="5000" u="none" cap="none" strike="noStrik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b="0" i="0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19" name="Google Shape;119;p28"/>
          <p:cNvSpPr/>
          <p:nvPr/>
        </p:nvSpPr>
        <p:spPr>
          <a:xfrm>
            <a:off x="7719825" y="18325"/>
            <a:ext cx="1384500" cy="58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8"/>
          <p:cNvSpPr/>
          <p:nvPr/>
        </p:nvSpPr>
        <p:spPr>
          <a:xfrm>
            <a:off x="6377225" y="4538275"/>
            <a:ext cx="2538900" cy="58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randing">
  <p:cSld name="CUSTOM_8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/>
          <p:nvPr/>
        </p:nvSpPr>
        <p:spPr>
          <a:xfrm>
            <a:off x="6061375" y="671075"/>
            <a:ext cx="2915700" cy="437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">
  <p:cSld name="TITLE_1_1">
    <p:bg>
      <p:bgPr>
        <a:solidFill>
          <a:schemeClr val="accent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2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32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">
  <p:cSld name="TITLE_1_1_1_1_1">
    <p:bg>
      <p:bgPr>
        <a:solidFill>
          <a:schemeClr val="l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3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5" name="Google Shape;135;p33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">
  <p:cSld name="TITLE_1_1_1">
    <p:bg>
      <p:bgPr>
        <a:solidFill>
          <a:schemeClr val="accent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4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 6">
  <p:cSld name="TITLE_8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" type="title">
  <p:cSld name="TITLE"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6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36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rple Title">
  <p:cSld name="TITLE_1">
    <p:bg>
      <p:bgPr>
        <a:solidFill>
          <a:schemeClr val="accen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7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37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Title">
  <p:cSld name="TITLE_1_1_1_1">
    <p:bg>
      <p:bgPr>
        <a:solidFill>
          <a:schemeClr val="accent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8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38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TITLE_1_1_1_1_1_1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9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39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5" name="Google Shape;17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9" name="Google Shape;1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0" name="Google Shape;1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84" name="Google Shape;18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: Blank">
  <p:cSld name="CUSTOM_2_1"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9"/>
          <p:cNvSpPr txBox="1"/>
          <p:nvPr>
            <p:ph type="title"/>
          </p:nvPr>
        </p:nvSpPr>
        <p:spPr>
          <a:xfrm>
            <a:off x="304800" y="304800"/>
            <a:ext cx="58923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cxnSp>
        <p:nvCxnSpPr>
          <p:cNvPr id="193" name="Google Shape;193;p49"/>
          <p:cNvCxnSpPr/>
          <p:nvPr/>
        </p:nvCxnSpPr>
        <p:spPr>
          <a:xfrm>
            <a:off x="0" y="985825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- Two Lines">
  <p:cSld name="CUSTOM_2_1_1"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0"/>
          <p:cNvSpPr txBox="1"/>
          <p:nvPr>
            <p:ph type="title"/>
          </p:nvPr>
        </p:nvSpPr>
        <p:spPr>
          <a:xfrm>
            <a:off x="304800" y="304800"/>
            <a:ext cx="374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cxnSp>
        <p:nvCxnSpPr>
          <p:cNvPr id="196" name="Google Shape;196;p50"/>
          <p:cNvCxnSpPr/>
          <p:nvPr/>
        </p:nvCxnSpPr>
        <p:spPr>
          <a:xfrm>
            <a:off x="0" y="1346000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: Subheading 1-Col">
  <p:cSld name="TITLE_2_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1"/>
          <p:cNvSpPr/>
          <p:nvPr/>
        </p:nvSpPr>
        <p:spPr>
          <a:xfrm>
            <a:off x="-2409" y="235375"/>
            <a:ext cx="35400" cy="46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9" name="Google Shape;199;p51"/>
          <p:cNvSpPr txBox="1"/>
          <p:nvPr>
            <p:ph idx="1" type="body"/>
          </p:nvPr>
        </p:nvSpPr>
        <p:spPr>
          <a:xfrm>
            <a:off x="464175" y="1347625"/>
            <a:ext cx="54531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8575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1pPr>
            <a:lvl2pPr indent="-285750" lvl="1" marL="914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2pPr>
            <a:lvl3pPr indent="-285750" lvl="2" marL="1371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3pPr>
            <a:lvl4pPr indent="-285750" lvl="3" marL="18288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4pPr>
            <a:lvl5pPr indent="-285750" lvl="4" marL="22860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5pPr>
            <a:lvl6pPr indent="-285750" lvl="5" marL="27432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6pPr>
            <a:lvl7pPr indent="-285750" lvl="6" marL="3200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7pPr>
            <a:lvl8pPr indent="-285750" lvl="7" marL="3657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8pPr>
            <a:lvl9pPr indent="-285750" lvl="8" marL="4114800" marR="0"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9pPr>
          </a:lstStyle>
          <a:p/>
        </p:txBody>
      </p:sp>
      <p:sp>
        <p:nvSpPr>
          <p:cNvPr id="200" name="Google Shape;200;p51"/>
          <p:cNvSpPr txBox="1"/>
          <p:nvPr>
            <p:ph type="title"/>
          </p:nvPr>
        </p:nvSpPr>
        <p:spPr>
          <a:xfrm>
            <a:off x="457200" y="225739"/>
            <a:ext cx="4074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i="0" sz="1000" u="none" cap="none" strike="noStrike">
                <a:solidFill>
                  <a:schemeClr val="accent1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01" name="Google Shape;201;p51"/>
          <p:cNvSpPr txBox="1"/>
          <p:nvPr>
            <p:ph idx="2" type="title"/>
          </p:nvPr>
        </p:nvSpPr>
        <p:spPr>
          <a:xfrm>
            <a:off x="457196" y="457202"/>
            <a:ext cx="5453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None/>
              <a:defRPr i="0" sz="2400" u="none" cap="none" strike="noStrike">
                <a:solidFill>
                  <a:srgbClr val="3C4043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">
  <p:cSld name="TITLE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5" name="Google Shape;205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6" name="Google Shape;20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–FOUNDATION">
  <p:cSld name="TITLE_AND_TWO_COLUMNS_1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4"/>
          <p:cNvSpPr/>
          <p:nvPr/>
        </p:nvSpPr>
        <p:spPr>
          <a:xfrm>
            <a:off x="-347250" y="-335925"/>
            <a:ext cx="9848100" cy="5896800"/>
          </a:xfrm>
          <a:prstGeom prst="rect">
            <a:avLst/>
          </a:prstGeom>
          <a:solidFill>
            <a:srgbClr val="9B7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4"/>
          <p:cNvSpPr txBox="1"/>
          <p:nvPr/>
        </p:nvSpPr>
        <p:spPr>
          <a:xfrm>
            <a:off x="-3580" y="-238400"/>
            <a:ext cx="2365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Foundation Slide</a:t>
            </a:r>
            <a:endParaRPr b="1" i="0" sz="1400" u="none" cap="none" strike="noStrike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p54"/>
          <p:cNvSpPr/>
          <p:nvPr/>
        </p:nvSpPr>
        <p:spPr>
          <a:xfrm>
            <a:off x="-68850" y="-57375"/>
            <a:ext cx="9295500" cy="52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4"/>
          <p:cNvSpPr/>
          <p:nvPr/>
        </p:nvSpPr>
        <p:spPr>
          <a:xfrm rot="-5400000">
            <a:off x="4516672" y="504150"/>
            <a:ext cx="119100" cy="9159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227BFE"/>
              </a:gs>
              <a:gs pos="31000">
                <a:srgbClr val="098EFB"/>
              </a:gs>
              <a:gs pos="68000">
                <a:srgbClr val="AC87EB"/>
              </a:gs>
              <a:gs pos="100000">
                <a:srgbClr val="EE4D5D"/>
              </a:gs>
            </a:gsLst>
            <a:lin ang="5400700" scaled="0"/>
          </a:gradFill>
          <a:ln>
            <a:noFill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54"/>
          <p:cNvSpPr txBox="1"/>
          <p:nvPr/>
        </p:nvSpPr>
        <p:spPr>
          <a:xfrm>
            <a:off x="7466275" y="279903"/>
            <a:ext cx="13305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600" u="none" cap="none" strike="noStrike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b="0" i="0" sz="600" u="none" cap="none" strike="noStrike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55"/>
          <p:cNvPicPr preferRelativeResize="0"/>
          <p:nvPr/>
        </p:nvPicPr>
        <p:blipFill rotWithShape="1">
          <a:blip r:embed="rId2">
            <a:alphaModFix amt="46000"/>
          </a:blip>
          <a:srcRect b="0" l="10595" r="10595" t="98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15" name="Google Shape;215;p55"/>
          <p:cNvSpPr txBox="1"/>
          <p:nvPr>
            <p:ph type="title"/>
          </p:nvPr>
        </p:nvSpPr>
        <p:spPr>
          <a:xfrm>
            <a:off x="392786" y="314825"/>
            <a:ext cx="8501903" cy="629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lay"/>
              <a:buNone/>
              <a:defRPr sz="27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16" name="Google Shape;216;p55"/>
          <p:cNvSpPr txBox="1"/>
          <p:nvPr>
            <p:ph idx="1" type="body"/>
          </p:nvPr>
        </p:nvSpPr>
        <p:spPr>
          <a:xfrm>
            <a:off x="392785" y="1258809"/>
            <a:ext cx="3474595" cy="3406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217" name="Google Shape;217;p5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5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5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55"/>
          <p:cNvSpPr/>
          <p:nvPr>
            <p:ph idx="2" type="pic"/>
          </p:nvPr>
        </p:nvSpPr>
        <p:spPr>
          <a:xfrm>
            <a:off x="4219575" y="1258809"/>
            <a:ext cx="4360069" cy="340606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139700">
              <a:srgbClr val="000000">
                <a:alpha val="902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6"/>
          <p:cNvPicPr preferRelativeResize="0"/>
          <p:nvPr/>
        </p:nvPicPr>
        <p:blipFill rotWithShape="1">
          <a:blip r:embed="rId3">
            <a:alphaModFix amt="46000"/>
          </a:blip>
          <a:srcRect b="0" l="10595" r="10595" t="98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6"/>
          <p:cNvSpPr txBox="1"/>
          <p:nvPr>
            <p:ph type="title"/>
          </p:nvPr>
        </p:nvSpPr>
        <p:spPr>
          <a:xfrm>
            <a:off x="441197" y="342900"/>
            <a:ext cx="826389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ttrocento Sans"/>
              <a:buNone/>
              <a:defRPr b="0" i="0" sz="27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pos="584">
          <p15:clr>
            <a:srgbClr val="A4A3A4"/>
          </p15:clr>
        </p15:guide>
        <p15:guide id="2" pos="721">
          <p15:clr>
            <a:srgbClr val="A4A3A4"/>
          </p15:clr>
        </p15:guide>
        <p15:guide id="3" pos="1030">
          <p15:clr>
            <a:srgbClr val="A4A3A4"/>
          </p15:clr>
        </p15:guide>
        <p15:guide id="4" pos="1167">
          <p15:clr>
            <a:srgbClr val="A4A3A4"/>
          </p15:clr>
        </p15:guide>
        <p15:guide id="5" pos="1475">
          <p15:clr>
            <a:srgbClr val="A4A3A4"/>
          </p15:clr>
        </p15:guide>
        <p15:guide id="6" pos="1613">
          <p15:clr>
            <a:srgbClr val="A4A3A4"/>
          </p15:clr>
        </p15:guide>
        <p15:guide id="7" pos="1921">
          <p15:clr>
            <a:srgbClr val="A4A3A4"/>
          </p15:clr>
        </p15:guide>
        <p15:guide id="8" pos="2058">
          <p15:clr>
            <a:srgbClr val="A4A3A4"/>
          </p15:clr>
        </p15:guide>
        <p15:guide id="9" pos="2366">
          <p15:clr>
            <a:srgbClr val="A4A3A4"/>
          </p15:clr>
        </p15:guide>
        <p15:guide id="10" pos="2503">
          <p15:clr>
            <a:srgbClr val="A4A3A4"/>
          </p15:clr>
        </p15:guide>
        <p15:guide id="11" pos="2812">
          <p15:clr>
            <a:srgbClr val="A4A3A4"/>
          </p15:clr>
        </p15:guide>
        <p15:guide id="12" pos="2949">
          <p15:clr>
            <a:srgbClr val="A4A3A4"/>
          </p15:clr>
        </p15:guide>
        <p15:guide id="13" pos="3257">
          <p15:clr>
            <a:srgbClr val="A4A3A4"/>
          </p15:clr>
        </p15:guide>
        <p15:guide id="14" pos="3395">
          <p15:clr>
            <a:srgbClr val="A4A3A4"/>
          </p15:clr>
        </p15:guide>
        <p15:guide id="15" pos="3703">
          <p15:clr>
            <a:srgbClr val="A4A3A4"/>
          </p15:clr>
        </p15:guide>
        <p15:guide id="16" pos="3840">
          <p15:clr>
            <a:srgbClr val="A4A3A4"/>
          </p15:clr>
        </p15:guide>
        <p15:guide id="17" pos="4147">
          <p15:clr>
            <a:srgbClr val="A4A3A4"/>
          </p15:clr>
        </p15:guide>
        <p15:guide id="18" pos="4285">
          <p15:clr>
            <a:srgbClr val="A4A3A4"/>
          </p15:clr>
        </p15:guide>
        <p15:guide id="19" pos="4592">
          <p15:clr>
            <a:srgbClr val="A4A3A4"/>
          </p15:clr>
        </p15:guide>
        <p15:guide id="20" pos="4731">
          <p15:clr>
            <a:srgbClr val="A4A3A4"/>
          </p15:clr>
        </p15:guide>
        <p15:guide id="21" pos="5038">
          <p15:clr>
            <a:srgbClr val="A4A3A4"/>
          </p15:clr>
        </p15:guide>
        <p15:guide id="22" pos="5175">
          <p15:clr>
            <a:srgbClr val="A4A3A4"/>
          </p15:clr>
        </p15:guide>
        <p15:guide id="23" orient="horz" pos="679">
          <p15:clr>
            <a:srgbClr val="5ACBF0"/>
          </p15:clr>
        </p15:guide>
        <p15:guide id="24" orient="horz" pos="953">
          <p15:clr>
            <a:srgbClr val="5ACBF0"/>
          </p15:clr>
        </p15:guide>
        <p15:guide id="25" orient="horz" pos="216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Green">
  <p:cSld name="TITLE_1_1_2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7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2DAEB4"/>
              </a:gs>
              <a:gs pos="53000">
                <a:srgbClr val="34A853"/>
              </a:gs>
              <a:gs pos="100000">
                <a:srgbClr val="34A85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Red 1">
  <p:cSld name="TITLE_1_1_1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8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FF902A"/>
              </a:gs>
              <a:gs pos="68000">
                <a:srgbClr val="EA4335"/>
              </a:gs>
              <a:gs pos="100000">
                <a:srgbClr val="EA433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Red">
  <p:cSld name="TITLE_1_1_1_3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9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FF902A"/>
              </a:gs>
              <a:gs pos="68000">
                <a:srgbClr val="EA4335"/>
              </a:gs>
              <a:gs pos="100000">
                <a:srgbClr val="EA433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Gemini">
  <p:cSld name="TITLE_1_1_1_1_1_2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0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217BFE"/>
              </a:gs>
              <a:gs pos="42000">
                <a:srgbClr val="078EFB"/>
              </a:gs>
              <a:gs pos="74000">
                <a:srgbClr val="AC87EB"/>
              </a:gs>
              <a:gs pos="100000">
                <a:srgbClr val="EE4D5D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 1 1 1">
  <p:cSld name="Light Title (g3f691561db1_84_0)"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1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34" name="Google Shape;234;p61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Title">
  <p:cSld name="TITLE_1_1">
    <p:bg>
      <p:bgPr>
        <a:solidFill>
          <a:schemeClr val="accent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4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4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64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">
  <p:cSld name="TITLE_1_1_1_1_1">
    <p:bg>
      <p:bgPr>
        <a:solidFill>
          <a:schemeClr val="lt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5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5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47" name="Google Shape;247;p65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">
  <p:cSld name="TITLE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Red 1 1">
  <p:cSld name="Google_Blank_Red 1 (g3f6955961b1_104_0)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f6955961b1_156_0)">
  <p:cSld name="Section header (g3f6955961b1_156_0)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" type="title">
  <p:cSld name="TITLE">
    <p:bg>
      <p:bgPr>
        <a:solidFill>
          <a:schemeClr val="accen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9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9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69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rple Title">
  <p:cSld name="TITLE_1">
    <p:bg>
      <p:bgPr>
        <a:solidFill>
          <a:schemeClr val="accen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0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0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70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">
  <p:cSld name="TITLE_1_1_1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1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1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71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Title">
  <p:cSld name="TITLE_1_1_1_1">
    <p:bg>
      <p:bgPr>
        <a:solidFill>
          <a:schemeClr val="accent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2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2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72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TITLE_1_1_1_1_1_1"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3"/>
          <p:cNvSpPr/>
          <p:nvPr/>
        </p:nvSpPr>
        <p:spPr>
          <a:xfrm>
            <a:off x="0" y="4502700"/>
            <a:ext cx="9144000" cy="6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3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73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7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0" name="Google Shape;28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6" name="Google Shape;286;p7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7" name="Google Shape;28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0" name="Google Shape;290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4" name="Google Shape;294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5" name="Google Shape;295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6" name="Google Shape;29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9" name="Google Shape;299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2" name="Google Shape;302;p8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: Blank">
  <p:cSld name="CUSTOM_2_1"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3"/>
          <p:cNvSpPr txBox="1"/>
          <p:nvPr>
            <p:ph type="title"/>
          </p:nvPr>
        </p:nvSpPr>
        <p:spPr>
          <a:xfrm>
            <a:off x="304800" y="304800"/>
            <a:ext cx="58923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cxnSp>
        <p:nvCxnSpPr>
          <p:cNvPr id="308" name="Google Shape;308;p83"/>
          <p:cNvCxnSpPr/>
          <p:nvPr/>
        </p:nvCxnSpPr>
        <p:spPr>
          <a:xfrm>
            <a:off x="0" y="985825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- Two Lines">
  <p:cSld name="CUSTOM_2_1_1"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4"/>
          <p:cNvSpPr txBox="1"/>
          <p:nvPr>
            <p:ph type="title"/>
          </p:nvPr>
        </p:nvSpPr>
        <p:spPr>
          <a:xfrm>
            <a:off x="304800" y="304800"/>
            <a:ext cx="374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i="0" sz="4200" u="none" cap="none" strike="noStrike"/>
            </a:lvl9pPr>
          </a:lstStyle>
          <a:p/>
        </p:txBody>
      </p:sp>
      <p:cxnSp>
        <p:nvCxnSpPr>
          <p:cNvPr id="311" name="Google Shape;311;p84"/>
          <p:cNvCxnSpPr/>
          <p:nvPr/>
        </p:nvCxnSpPr>
        <p:spPr>
          <a:xfrm>
            <a:off x="0" y="1346000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: Subheading 1-Col">
  <p:cSld name="TITLE_2_3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5"/>
          <p:cNvSpPr/>
          <p:nvPr/>
        </p:nvSpPr>
        <p:spPr>
          <a:xfrm>
            <a:off x="-2409" y="235375"/>
            <a:ext cx="35400" cy="46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r>
              <a:t/>
            </a:r>
            <a:endParaRPr b="0" i="0" sz="1200" u="none" cap="none" strike="noStrik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4" name="Google Shape;314;p85"/>
          <p:cNvSpPr txBox="1"/>
          <p:nvPr>
            <p:ph idx="1" type="body"/>
          </p:nvPr>
        </p:nvSpPr>
        <p:spPr>
          <a:xfrm>
            <a:off x="464175" y="1347625"/>
            <a:ext cx="54531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8575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1pPr>
            <a:lvl2pPr indent="-285750" lvl="1" marL="914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2pPr>
            <a:lvl3pPr indent="-285750" lvl="2" marL="1371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3pPr>
            <a:lvl4pPr indent="-285750" lvl="3" marL="18288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4pPr>
            <a:lvl5pPr indent="-285750" lvl="4" marL="22860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5pPr>
            <a:lvl6pPr indent="-285750" lvl="5" marL="27432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6pPr>
            <a:lvl7pPr indent="-285750" lvl="6" marL="32004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7pPr>
            <a:lvl8pPr indent="-285750" lvl="7" marL="36576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8pPr>
            <a:lvl9pPr indent="-285750" lvl="8" marL="4114800" marR="0"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Clr>
                <a:srgbClr val="3C4043"/>
              </a:buClr>
              <a:buSzPts val="900"/>
              <a:buChar char="•"/>
              <a:defRPr i="0" sz="900" u="none" cap="none" strike="noStrike">
                <a:solidFill>
                  <a:srgbClr val="3C4043"/>
                </a:solidFill>
              </a:defRPr>
            </a:lvl9pPr>
          </a:lstStyle>
          <a:p/>
        </p:txBody>
      </p:sp>
      <p:sp>
        <p:nvSpPr>
          <p:cNvPr id="315" name="Google Shape;315;p85"/>
          <p:cNvSpPr txBox="1"/>
          <p:nvPr>
            <p:ph type="title"/>
          </p:nvPr>
        </p:nvSpPr>
        <p:spPr>
          <a:xfrm>
            <a:off x="457200" y="225739"/>
            <a:ext cx="4074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i="0" sz="1000" u="none" cap="none" strike="noStrike">
                <a:solidFill>
                  <a:schemeClr val="accent1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6" name="Google Shape;316;p85"/>
          <p:cNvSpPr txBox="1"/>
          <p:nvPr>
            <p:ph idx="2" type="title"/>
          </p:nvPr>
        </p:nvSpPr>
        <p:spPr>
          <a:xfrm>
            <a:off x="457196" y="457202"/>
            <a:ext cx="5453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2400"/>
              <a:buNone/>
              <a:defRPr i="0" sz="2400" u="none" cap="none" strike="noStrike">
                <a:solidFill>
                  <a:srgbClr val="3C4043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b="0" i="0" sz="4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 6">
  <p:cSld name="TITLE_8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0" name="Google Shape;320;p8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1" name="Google Shape;321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randing">
  <p:cSld name="CUSTOM_8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8"/>
          <p:cNvSpPr/>
          <p:nvPr/>
        </p:nvSpPr>
        <p:spPr>
          <a:xfrm>
            <a:off x="6061375" y="671075"/>
            <a:ext cx="2915700" cy="437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–FOUNDATION">
  <p:cSld name="TITLE_AND_TWO_COLUMNS_1"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9"/>
          <p:cNvSpPr/>
          <p:nvPr/>
        </p:nvSpPr>
        <p:spPr>
          <a:xfrm>
            <a:off x="-347250" y="-335925"/>
            <a:ext cx="9848100" cy="5896800"/>
          </a:xfrm>
          <a:prstGeom prst="rect">
            <a:avLst/>
          </a:prstGeom>
          <a:solidFill>
            <a:srgbClr val="9B7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9"/>
          <p:cNvSpPr txBox="1"/>
          <p:nvPr/>
        </p:nvSpPr>
        <p:spPr>
          <a:xfrm>
            <a:off x="-3580" y="-238400"/>
            <a:ext cx="2365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Foundation Slide</a:t>
            </a:r>
            <a:endParaRPr b="1" i="0" sz="1400" u="none" cap="none" strike="noStrike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89"/>
          <p:cNvSpPr/>
          <p:nvPr/>
        </p:nvSpPr>
        <p:spPr>
          <a:xfrm>
            <a:off x="-68850" y="-57375"/>
            <a:ext cx="9295500" cy="52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9"/>
          <p:cNvSpPr/>
          <p:nvPr/>
        </p:nvSpPr>
        <p:spPr>
          <a:xfrm rot="-5400000">
            <a:off x="4516672" y="504150"/>
            <a:ext cx="119100" cy="9159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227BFE"/>
              </a:gs>
              <a:gs pos="31000">
                <a:srgbClr val="098EFB"/>
              </a:gs>
              <a:gs pos="68000">
                <a:srgbClr val="AC87EB"/>
              </a:gs>
              <a:gs pos="100000">
                <a:srgbClr val="EE4D5D"/>
              </a:gs>
            </a:gsLst>
            <a:lin ang="5400700" scaled="0"/>
          </a:gradFill>
          <a:ln>
            <a:noFill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9" name="Google Shape;329;p89"/>
          <p:cNvSpPr txBox="1"/>
          <p:nvPr/>
        </p:nvSpPr>
        <p:spPr>
          <a:xfrm>
            <a:off x="7466275" y="279903"/>
            <a:ext cx="13305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600" u="none" cap="none" strike="noStrike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b="0" i="0" sz="600" u="none" cap="none" strike="noStrike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90"/>
          <p:cNvPicPr preferRelativeResize="0"/>
          <p:nvPr/>
        </p:nvPicPr>
        <p:blipFill rotWithShape="1">
          <a:blip r:embed="rId2">
            <a:alphaModFix amt="46000"/>
          </a:blip>
          <a:srcRect b="0" l="10595" r="10595" t="987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32" name="Google Shape;332;p90"/>
          <p:cNvSpPr txBox="1"/>
          <p:nvPr>
            <p:ph type="title"/>
          </p:nvPr>
        </p:nvSpPr>
        <p:spPr>
          <a:xfrm>
            <a:off x="392786" y="314825"/>
            <a:ext cx="8502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lay"/>
              <a:buNone/>
              <a:defRPr sz="27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33" name="Google Shape;333;p90"/>
          <p:cNvSpPr txBox="1"/>
          <p:nvPr>
            <p:ph idx="1" type="body"/>
          </p:nvPr>
        </p:nvSpPr>
        <p:spPr>
          <a:xfrm>
            <a:off x="392785" y="1258809"/>
            <a:ext cx="34746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AutoNum type="arabicPeriod"/>
              <a:defRPr sz="1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334" name="Google Shape;334;p9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9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90"/>
          <p:cNvSpPr/>
          <p:nvPr>
            <p:ph idx="2" type="pic"/>
          </p:nvPr>
        </p:nvSpPr>
        <p:spPr>
          <a:xfrm>
            <a:off x="4219575" y="1258809"/>
            <a:ext cx="4360200" cy="340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139700">
              <a:srgbClr val="000000">
                <a:alpha val="902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91"/>
          <p:cNvPicPr preferRelativeResize="0"/>
          <p:nvPr/>
        </p:nvPicPr>
        <p:blipFill rotWithShape="1">
          <a:blip r:embed="rId3">
            <a:alphaModFix amt="46000"/>
          </a:blip>
          <a:srcRect b="0" l="10595" r="10595" t="987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91"/>
          <p:cNvSpPr txBox="1"/>
          <p:nvPr>
            <p:ph type="title"/>
          </p:nvPr>
        </p:nvSpPr>
        <p:spPr>
          <a:xfrm>
            <a:off x="441197" y="342900"/>
            <a:ext cx="826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ttrocento Sans"/>
              <a:buNone/>
              <a:defRPr b="0" i="0" sz="27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pos="584">
          <p15:clr>
            <a:srgbClr val="A4A3A4"/>
          </p15:clr>
        </p15:guide>
        <p15:guide id="2" pos="721">
          <p15:clr>
            <a:srgbClr val="A4A3A4"/>
          </p15:clr>
        </p15:guide>
        <p15:guide id="3" pos="1030">
          <p15:clr>
            <a:srgbClr val="A4A3A4"/>
          </p15:clr>
        </p15:guide>
        <p15:guide id="4" pos="1167">
          <p15:clr>
            <a:srgbClr val="A4A3A4"/>
          </p15:clr>
        </p15:guide>
        <p15:guide id="5" pos="1475">
          <p15:clr>
            <a:srgbClr val="A4A3A4"/>
          </p15:clr>
        </p15:guide>
        <p15:guide id="6" pos="1613">
          <p15:clr>
            <a:srgbClr val="A4A3A4"/>
          </p15:clr>
        </p15:guide>
        <p15:guide id="7" pos="1921">
          <p15:clr>
            <a:srgbClr val="A4A3A4"/>
          </p15:clr>
        </p15:guide>
        <p15:guide id="8" pos="2058">
          <p15:clr>
            <a:srgbClr val="A4A3A4"/>
          </p15:clr>
        </p15:guide>
        <p15:guide id="9" pos="2366">
          <p15:clr>
            <a:srgbClr val="A4A3A4"/>
          </p15:clr>
        </p15:guide>
        <p15:guide id="10" pos="2503">
          <p15:clr>
            <a:srgbClr val="A4A3A4"/>
          </p15:clr>
        </p15:guide>
        <p15:guide id="11" pos="2812">
          <p15:clr>
            <a:srgbClr val="A4A3A4"/>
          </p15:clr>
        </p15:guide>
        <p15:guide id="12" pos="2949">
          <p15:clr>
            <a:srgbClr val="A4A3A4"/>
          </p15:clr>
        </p15:guide>
        <p15:guide id="13" pos="3257">
          <p15:clr>
            <a:srgbClr val="A4A3A4"/>
          </p15:clr>
        </p15:guide>
        <p15:guide id="14" pos="3395">
          <p15:clr>
            <a:srgbClr val="A4A3A4"/>
          </p15:clr>
        </p15:guide>
        <p15:guide id="15" pos="3703">
          <p15:clr>
            <a:srgbClr val="A4A3A4"/>
          </p15:clr>
        </p15:guide>
        <p15:guide id="16" pos="3840">
          <p15:clr>
            <a:srgbClr val="A4A3A4"/>
          </p15:clr>
        </p15:guide>
        <p15:guide id="17" pos="4147">
          <p15:clr>
            <a:srgbClr val="A4A3A4"/>
          </p15:clr>
        </p15:guide>
        <p15:guide id="18" pos="4285">
          <p15:clr>
            <a:srgbClr val="A4A3A4"/>
          </p15:clr>
        </p15:guide>
        <p15:guide id="19" pos="4592">
          <p15:clr>
            <a:srgbClr val="A4A3A4"/>
          </p15:clr>
        </p15:guide>
        <p15:guide id="20" pos="4731">
          <p15:clr>
            <a:srgbClr val="A4A3A4"/>
          </p15:clr>
        </p15:guide>
        <p15:guide id="21" pos="5038">
          <p15:clr>
            <a:srgbClr val="A4A3A4"/>
          </p15:clr>
        </p15:guide>
        <p15:guide id="22" pos="5175">
          <p15:clr>
            <a:srgbClr val="A4A3A4"/>
          </p15:clr>
        </p15:guide>
        <p15:guide id="23" orient="horz" pos="679">
          <p15:clr>
            <a:srgbClr val="5ACBF0"/>
          </p15:clr>
        </p15:guide>
        <p15:guide id="24" orient="horz" pos="953">
          <p15:clr>
            <a:srgbClr val="5ACBF0"/>
          </p15:clr>
        </p15:guide>
        <p15:guide id="25" orient="horz" pos="2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Green">
  <p:cSld name="TITLE_1_1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2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2DAEB4"/>
              </a:gs>
              <a:gs pos="53000">
                <a:srgbClr val="34A853"/>
              </a:gs>
              <a:gs pos="100000">
                <a:srgbClr val="34A853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Red 1">
  <p:cSld name="TITLE_1_1_1_2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3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FF902A"/>
              </a:gs>
              <a:gs pos="68000">
                <a:srgbClr val="EA4335"/>
              </a:gs>
              <a:gs pos="100000">
                <a:srgbClr val="EA433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Red">
  <p:cSld name="TITLE_1_1_1_3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4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FF902A"/>
              </a:gs>
              <a:gs pos="68000">
                <a:srgbClr val="EA4335"/>
              </a:gs>
              <a:gs pos="100000">
                <a:srgbClr val="EA433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Gemini">
  <p:cSld name="TITLE_1_1_1_1_1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5"/>
          <p:cNvSpPr/>
          <p:nvPr/>
        </p:nvSpPr>
        <p:spPr>
          <a:xfrm>
            <a:off x="0" y="5103300"/>
            <a:ext cx="9144000" cy="40200"/>
          </a:xfrm>
          <a:prstGeom prst="rect">
            <a:avLst/>
          </a:prstGeom>
          <a:gradFill>
            <a:gsLst>
              <a:gs pos="0">
                <a:srgbClr val="217BFE"/>
              </a:gs>
              <a:gs pos="42000">
                <a:srgbClr val="078EFB"/>
              </a:gs>
              <a:gs pos="74000">
                <a:srgbClr val="AC87EB"/>
              </a:gs>
              <a:gs pos="100000">
                <a:srgbClr val="EE4D5D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 1 1 1">
  <p:cSld name="Light Title (g3f691561db1_84_0)"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6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51" name="Google Shape;351;p96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1">
  <p:cSld name="Pink Title (g3f6955961b1_149_0)">
    <p:bg>
      <p:bgPr>
        <a:solidFill>
          <a:schemeClr val="accen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7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97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 1">
  <p:cSld name="Light Title (g3f6955961b1_128_0)"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8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57" name="Google Shape;357;p98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f6955961b1_97_0)">
  <p:cSld name="Section header (g3f6955961b1_97_0)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 1 1">
  <p:cSld name="Light Title (g3f6955961b1_6_0)">
    <p:bg>
      <p:bgPr>
        <a:solidFill>
          <a:schemeClr val="l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0"/>
          <p:cNvSpPr txBox="1"/>
          <p:nvPr>
            <p:ph type="title"/>
          </p:nvPr>
        </p:nvSpPr>
        <p:spPr>
          <a:xfrm>
            <a:off x="304800" y="864375"/>
            <a:ext cx="6966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62" name="Google Shape;362;p100"/>
          <p:cNvSpPr txBox="1"/>
          <p:nvPr>
            <p:ph idx="2" type="title"/>
          </p:nvPr>
        </p:nvSpPr>
        <p:spPr>
          <a:xfrm>
            <a:off x="304800" y="2963850"/>
            <a:ext cx="696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gle_Blank_Green 1">
  <p:cSld name="Google_Blank_Green (g3f5da3ed688_10_0)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randing 1">
  <p:cSld name="Basic Branding (g3f691561db1_98_0)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56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38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79.xml"/><Relationship Id="rId41" Type="http://schemas.openxmlformats.org/officeDocument/2006/relationships/theme" Target="../theme/theme4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88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  <a:defRPr b="1" i="0" sz="28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7" name="Google Shape;23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i-o173YihGzEspPo9hs7WKaMrzonEydN/view" TargetMode="External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6E"/>
            </a:gs>
            <a:gs pos="100000">
              <a:srgbClr val="8338EC"/>
            </a:gs>
          </a:gsLst>
          <a:lin ang="18900044" scaled="0"/>
        </a:gra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3"/>
          <p:cNvSpPr txBox="1"/>
          <p:nvPr>
            <p:ph idx="4294967295" type="ctrTitle"/>
          </p:nvPr>
        </p:nvSpPr>
        <p:spPr>
          <a:xfrm>
            <a:off x="483950" y="1754525"/>
            <a:ext cx="4831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SemiBold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Your Digital Footprint</a:t>
            </a:r>
            <a:endParaRPr b="1" i="0" sz="4000" u="none" cap="none" strike="noStrike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70" name="Google Shape;370;p103" title="digital assessm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5800" y="643525"/>
            <a:ext cx="4058100" cy="4058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1" name="Google Shape;371;p103"/>
          <p:cNvSpPr txBox="1"/>
          <p:nvPr/>
        </p:nvSpPr>
        <p:spPr>
          <a:xfrm>
            <a:off x="566450" y="3257475"/>
            <a:ext cx="490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Staying safe online, and protecting your future</a:t>
            </a:r>
            <a:endParaRPr b="0" i="0" sz="2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2" name="Google Shape;372;p103" title="upbeat.io mix.mp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3175" y="132175"/>
            <a:ext cx="313950" cy="3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4"/>
          <p:cNvSpPr txBox="1"/>
          <p:nvPr>
            <p:ph type="title"/>
          </p:nvPr>
        </p:nvSpPr>
        <p:spPr>
          <a:xfrm>
            <a:off x="332050" y="257700"/>
            <a:ext cx="696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GB" sz="3200"/>
              <a:t>What is a Digital Footprint?</a:t>
            </a:r>
            <a:endParaRPr sz="4500"/>
          </a:p>
        </p:txBody>
      </p:sp>
      <p:sp>
        <p:nvSpPr>
          <p:cNvPr id="378" name="Google Shape;378;p104"/>
          <p:cNvSpPr txBox="1"/>
          <p:nvPr/>
        </p:nvSpPr>
        <p:spPr>
          <a:xfrm>
            <a:off x="457200" y="1409800"/>
            <a:ext cx="607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trail of information you leave online. It lasts longer than you think.</a:t>
            </a:r>
            <a:endParaRPr b="0" i="0" sz="2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104"/>
          <p:cNvSpPr/>
          <p:nvPr/>
        </p:nvSpPr>
        <p:spPr>
          <a:xfrm>
            <a:off x="457200" y="2130825"/>
            <a:ext cx="6073200" cy="492600"/>
          </a:xfrm>
          <a:prstGeom prst="roundRect">
            <a:avLst>
              <a:gd fmla="val 50000" name="adj"/>
            </a:avLst>
          </a:prstGeom>
          <a:solidFill>
            <a:srgbClr val="FF3D91"/>
          </a:solidFill>
          <a:ln>
            <a:noFill/>
          </a:ln>
        </p:spPr>
        <p:txBody>
          <a:bodyPr anchorCtr="0" anchor="ctr" bIns="91425" lIns="45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Everything you </a:t>
            </a:r>
            <a:r>
              <a:rPr b="1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post, like, share</a:t>
            </a: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and comment on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104"/>
          <p:cNvSpPr/>
          <p:nvPr/>
        </p:nvSpPr>
        <p:spPr>
          <a:xfrm>
            <a:off x="554485" y="2214075"/>
            <a:ext cx="324300" cy="326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104"/>
          <p:cNvSpPr/>
          <p:nvPr/>
        </p:nvSpPr>
        <p:spPr>
          <a:xfrm>
            <a:off x="457200" y="2699625"/>
            <a:ext cx="6073200" cy="492600"/>
          </a:xfrm>
          <a:prstGeom prst="roundRect">
            <a:avLst>
              <a:gd fmla="val 50000" name="adj"/>
            </a:avLst>
          </a:prstGeom>
          <a:solidFill>
            <a:srgbClr val="FF3D91"/>
          </a:solidFill>
          <a:ln>
            <a:noFill/>
          </a:ln>
        </p:spPr>
        <p:txBody>
          <a:bodyPr anchorCtr="0" anchor="ctr" bIns="91425" lIns="45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Photos and tags </a:t>
            </a:r>
            <a:r>
              <a:rPr b="1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other people</a:t>
            </a: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post of you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104"/>
          <p:cNvSpPr/>
          <p:nvPr/>
        </p:nvSpPr>
        <p:spPr>
          <a:xfrm>
            <a:off x="457200" y="3268425"/>
            <a:ext cx="6073200" cy="492600"/>
          </a:xfrm>
          <a:prstGeom prst="roundRect">
            <a:avLst>
              <a:gd fmla="val 50000" name="adj"/>
            </a:avLst>
          </a:prstGeom>
          <a:solidFill>
            <a:srgbClr val="FF3D91"/>
          </a:solidFill>
          <a:ln>
            <a:noFill/>
          </a:ln>
        </p:spPr>
        <p:txBody>
          <a:bodyPr anchorCtr="0" anchor="ctr" bIns="91425" lIns="45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collected by </a:t>
            </a:r>
            <a:r>
              <a:rPr b="1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apps and websites</a:t>
            </a:r>
            <a:r>
              <a:rPr b="0" i="0" lang="en-GB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as you browse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104"/>
          <p:cNvSpPr/>
          <p:nvPr/>
        </p:nvSpPr>
        <p:spPr>
          <a:xfrm>
            <a:off x="554485" y="2782875"/>
            <a:ext cx="324300" cy="326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104"/>
          <p:cNvSpPr/>
          <p:nvPr/>
        </p:nvSpPr>
        <p:spPr>
          <a:xfrm>
            <a:off x="554485" y="3351675"/>
            <a:ext cx="324300" cy="326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5" name="Google Shape;38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600" y="1376025"/>
            <a:ext cx="2461200" cy="246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5"/>
          <p:cNvSpPr/>
          <p:nvPr/>
        </p:nvSpPr>
        <p:spPr>
          <a:xfrm>
            <a:off x="305725" y="1042250"/>
            <a:ext cx="4398300" cy="3078000"/>
          </a:xfrm>
          <a:prstGeom prst="roundRect">
            <a:avLst>
              <a:gd fmla="val 428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105"/>
          <p:cNvSpPr txBox="1"/>
          <p:nvPr/>
        </p:nvSpPr>
        <p:spPr>
          <a:xfrm>
            <a:off x="428625" y="381000"/>
            <a:ext cx="828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17171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Active vs Passive Footprint</a:t>
            </a:r>
            <a:endParaRPr b="1" i="0" sz="2800" u="none" cap="none" strike="noStrike">
              <a:solidFill>
                <a:srgbClr val="17171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92" name="Google Shape;392;p105"/>
          <p:cNvSpPr txBox="1"/>
          <p:nvPr/>
        </p:nvSpPr>
        <p:spPr>
          <a:xfrm>
            <a:off x="504625" y="1238250"/>
            <a:ext cx="40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8338E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Active: you choose to share it</a:t>
            </a:r>
            <a:endParaRPr b="1" i="0" sz="1500" u="none" cap="none" strike="noStrike">
              <a:solidFill>
                <a:srgbClr val="8338E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93" name="Google Shape;393;p105"/>
          <p:cNvSpPr/>
          <p:nvPr/>
        </p:nvSpPr>
        <p:spPr>
          <a:xfrm>
            <a:off x="504625" y="1666875"/>
            <a:ext cx="342900" cy="342900"/>
          </a:xfrm>
          <a:prstGeom prst="ellipse">
            <a:avLst/>
          </a:prstGeom>
          <a:solidFill>
            <a:srgbClr val="FF00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5"/>
          <p:cNvSpPr txBox="1"/>
          <p:nvPr/>
        </p:nvSpPr>
        <p:spPr>
          <a:xfrm>
            <a:off x="504625" y="1666875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105"/>
          <p:cNvSpPr txBox="1"/>
          <p:nvPr/>
        </p:nvSpPr>
        <p:spPr>
          <a:xfrm>
            <a:off x="961825" y="1742175"/>
            <a:ext cx="335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Posting a photo or video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105"/>
          <p:cNvSpPr/>
          <p:nvPr/>
        </p:nvSpPr>
        <p:spPr>
          <a:xfrm>
            <a:off x="504625" y="2127897"/>
            <a:ext cx="342900" cy="34290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5"/>
          <p:cNvSpPr txBox="1"/>
          <p:nvPr/>
        </p:nvSpPr>
        <p:spPr>
          <a:xfrm>
            <a:off x="504625" y="2127897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105"/>
          <p:cNvSpPr txBox="1"/>
          <p:nvPr/>
        </p:nvSpPr>
        <p:spPr>
          <a:xfrm>
            <a:off x="961825" y="2203197"/>
            <a:ext cx="335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Commenting on a post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105"/>
          <p:cNvSpPr/>
          <p:nvPr/>
        </p:nvSpPr>
        <p:spPr>
          <a:xfrm>
            <a:off x="504625" y="2588913"/>
            <a:ext cx="342900" cy="34290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5"/>
          <p:cNvSpPr txBox="1"/>
          <p:nvPr/>
        </p:nvSpPr>
        <p:spPr>
          <a:xfrm>
            <a:off x="504625" y="258891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105"/>
          <p:cNvSpPr txBox="1"/>
          <p:nvPr/>
        </p:nvSpPr>
        <p:spPr>
          <a:xfrm>
            <a:off x="961825" y="2664213"/>
            <a:ext cx="335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Filling in an online form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105"/>
          <p:cNvSpPr/>
          <p:nvPr/>
        </p:nvSpPr>
        <p:spPr>
          <a:xfrm>
            <a:off x="504625" y="3049930"/>
            <a:ext cx="342900" cy="342900"/>
          </a:xfrm>
          <a:prstGeom prst="ellipse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5"/>
          <p:cNvSpPr txBox="1"/>
          <p:nvPr/>
        </p:nvSpPr>
        <p:spPr>
          <a:xfrm>
            <a:off x="504625" y="304993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105"/>
          <p:cNvSpPr txBox="1"/>
          <p:nvPr/>
        </p:nvSpPr>
        <p:spPr>
          <a:xfrm>
            <a:off x="961825" y="3125230"/>
            <a:ext cx="335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Liking or sharing content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105"/>
          <p:cNvSpPr/>
          <p:nvPr/>
        </p:nvSpPr>
        <p:spPr>
          <a:xfrm>
            <a:off x="504625" y="3510946"/>
            <a:ext cx="342900" cy="342900"/>
          </a:xfrm>
          <a:prstGeom prst="ellipse">
            <a:avLst/>
          </a:prstGeom>
          <a:solidFill>
            <a:srgbClr val="00C49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5"/>
          <p:cNvSpPr txBox="1"/>
          <p:nvPr/>
        </p:nvSpPr>
        <p:spPr>
          <a:xfrm>
            <a:off x="504625" y="351094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105"/>
          <p:cNvSpPr txBox="1"/>
          <p:nvPr/>
        </p:nvSpPr>
        <p:spPr>
          <a:xfrm>
            <a:off x="961825" y="3586246"/>
            <a:ext cx="3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Writing a review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105"/>
          <p:cNvSpPr txBox="1"/>
          <p:nvPr/>
        </p:nvSpPr>
        <p:spPr>
          <a:xfrm>
            <a:off x="4905375" y="1238250"/>
            <a:ext cx="38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7171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Passive: collected without you noticing</a:t>
            </a:r>
            <a:endParaRPr b="1" i="0" sz="1500" u="none" cap="none" strike="noStrike">
              <a:solidFill>
                <a:srgbClr val="17171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09" name="Google Shape;409;p105"/>
          <p:cNvSpPr/>
          <p:nvPr/>
        </p:nvSpPr>
        <p:spPr>
          <a:xfrm>
            <a:off x="4905375" y="1666875"/>
            <a:ext cx="3810000" cy="51000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5"/>
          <p:cNvSpPr txBox="1"/>
          <p:nvPr/>
        </p:nvSpPr>
        <p:spPr>
          <a:xfrm>
            <a:off x="4992650" y="1763197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8338E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📍</a:t>
            </a:r>
            <a:endParaRPr b="0" i="0" sz="1800" u="none" cap="none" strike="noStrike">
              <a:solidFill>
                <a:srgbClr val="8338EC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411" name="Google Shape;411;p105"/>
          <p:cNvSpPr txBox="1"/>
          <p:nvPr/>
        </p:nvSpPr>
        <p:spPr>
          <a:xfrm>
            <a:off x="5441125" y="1829463"/>
            <a:ext cx="30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Your location from apps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105"/>
          <p:cNvSpPr/>
          <p:nvPr/>
        </p:nvSpPr>
        <p:spPr>
          <a:xfrm>
            <a:off x="4905375" y="2231216"/>
            <a:ext cx="3810000" cy="51000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5"/>
          <p:cNvSpPr txBox="1"/>
          <p:nvPr/>
        </p:nvSpPr>
        <p:spPr>
          <a:xfrm>
            <a:off x="4992650" y="233559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A86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🍪</a:t>
            </a:r>
            <a:endParaRPr b="0" i="0" sz="1800" u="none" cap="none" strike="noStrike">
              <a:solidFill>
                <a:srgbClr val="3A86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414" name="Google Shape;414;p105"/>
          <p:cNvSpPr txBox="1"/>
          <p:nvPr/>
        </p:nvSpPr>
        <p:spPr>
          <a:xfrm>
            <a:off x="5441125" y="2393813"/>
            <a:ext cx="30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Cookies tracking your browsing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105"/>
          <p:cNvSpPr/>
          <p:nvPr/>
        </p:nvSpPr>
        <p:spPr>
          <a:xfrm>
            <a:off x="4905375" y="2795558"/>
            <a:ext cx="3810000" cy="51000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5"/>
          <p:cNvSpPr txBox="1"/>
          <p:nvPr/>
        </p:nvSpPr>
        <p:spPr>
          <a:xfrm>
            <a:off x="4992650" y="2926329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BBC0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🔎</a:t>
            </a:r>
            <a:endParaRPr b="0" i="0" sz="1800" u="none" cap="none" strike="noStrike">
              <a:solidFill>
                <a:srgbClr val="FBBC05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417" name="Google Shape;417;p105"/>
          <p:cNvSpPr txBox="1"/>
          <p:nvPr/>
        </p:nvSpPr>
        <p:spPr>
          <a:xfrm>
            <a:off x="5441125" y="2958163"/>
            <a:ext cx="30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Your search history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105"/>
          <p:cNvSpPr/>
          <p:nvPr/>
        </p:nvSpPr>
        <p:spPr>
          <a:xfrm>
            <a:off x="4905375" y="3359899"/>
            <a:ext cx="3810000" cy="51000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5"/>
          <p:cNvSpPr txBox="1"/>
          <p:nvPr/>
        </p:nvSpPr>
        <p:spPr>
          <a:xfrm>
            <a:off x="4992650" y="3443449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5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🏷️</a:t>
            </a:r>
            <a:endParaRPr b="0" i="0" sz="1800" u="none" cap="none" strike="noStrike">
              <a:solidFill>
                <a:srgbClr val="FF5C00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420" name="Google Shape;420;p105"/>
          <p:cNvSpPr txBox="1"/>
          <p:nvPr/>
        </p:nvSpPr>
        <p:spPr>
          <a:xfrm>
            <a:off x="5441125" y="3513848"/>
            <a:ext cx="30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171719"/>
                </a:solidFill>
                <a:latin typeface="Inter"/>
                <a:ea typeface="Inter"/>
                <a:cs typeface="Inter"/>
                <a:sym typeface="Inter"/>
              </a:rPr>
              <a:t>Tags in friends' photos</a:t>
            </a:r>
            <a:endParaRPr b="0" i="0" sz="1200" u="none" cap="none" strike="noStrike">
              <a:solidFill>
                <a:srgbClr val="17171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6"/>
          <p:cNvSpPr txBox="1"/>
          <p:nvPr>
            <p:ph idx="4294967295" type="title"/>
          </p:nvPr>
        </p:nvSpPr>
        <p:spPr>
          <a:xfrm>
            <a:off x="304800" y="1683450"/>
            <a:ext cx="26967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Who Might Look You Up?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106"/>
          <p:cNvSpPr txBox="1"/>
          <p:nvPr/>
        </p:nvSpPr>
        <p:spPr>
          <a:xfrm>
            <a:off x="3852625" y="174660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Employers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27" name="Google Shape;427;p106"/>
          <p:cNvCxnSpPr/>
          <p:nvPr/>
        </p:nvCxnSpPr>
        <p:spPr>
          <a:xfrm>
            <a:off x="3268225" y="2313650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06"/>
          <p:cNvSpPr txBox="1"/>
          <p:nvPr/>
        </p:nvSpPr>
        <p:spPr>
          <a:xfrm>
            <a:off x="3852625" y="240780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Universities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29" name="Google Shape;429;p106"/>
          <p:cNvCxnSpPr/>
          <p:nvPr/>
        </p:nvCxnSpPr>
        <p:spPr>
          <a:xfrm>
            <a:off x="3268225" y="2933925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06"/>
          <p:cNvSpPr/>
          <p:nvPr/>
        </p:nvSpPr>
        <p:spPr>
          <a:xfrm>
            <a:off x="3268225" y="1746600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1" name="Google Shape;431;p106"/>
          <p:cNvSpPr/>
          <p:nvPr/>
        </p:nvSpPr>
        <p:spPr>
          <a:xfrm>
            <a:off x="3268225" y="2407788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2" name="Google Shape;432;p106"/>
          <p:cNvSpPr txBox="1"/>
          <p:nvPr/>
        </p:nvSpPr>
        <p:spPr>
          <a:xfrm>
            <a:off x="3852625" y="302805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Apprenticeships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33" name="Google Shape;433;p106"/>
          <p:cNvSpPr/>
          <p:nvPr/>
        </p:nvSpPr>
        <p:spPr>
          <a:xfrm>
            <a:off x="3268225" y="3028038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4" name="Google Shape;434;p106"/>
          <p:cNvSpPr txBox="1"/>
          <p:nvPr/>
        </p:nvSpPr>
        <p:spPr>
          <a:xfrm>
            <a:off x="6781500" y="174660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Landlords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35" name="Google Shape;435;p106"/>
          <p:cNvCxnSpPr/>
          <p:nvPr/>
        </p:nvCxnSpPr>
        <p:spPr>
          <a:xfrm>
            <a:off x="6197100" y="2313650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06"/>
          <p:cNvSpPr txBox="1"/>
          <p:nvPr/>
        </p:nvSpPr>
        <p:spPr>
          <a:xfrm>
            <a:off x="6781500" y="240780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Scammers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37" name="Google Shape;437;p106"/>
          <p:cNvCxnSpPr/>
          <p:nvPr/>
        </p:nvCxnSpPr>
        <p:spPr>
          <a:xfrm>
            <a:off x="6197100" y="2933925"/>
            <a:ext cx="26421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06"/>
          <p:cNvSpPr/>
          <p:nvPr/>
        </p:nvSpPr>
        <p:spPr>
          <a:xfrm>
            <a:off x="6197100" y="1746600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9" name="Google Shape;439;p106"/>
          <p:cNvSpPr/>
          <p:nvPr/>
        </p:nvSpPr>
        <p:spPr>
          <a:xfrm>
            <a:off x="6197100" y="2407788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0" name="Google Shape;440;p106"/>
          <p:cNvSpPr txBox="1"/>
          <p:nvPr/>
        </p:nvSpPr>
        <p:spPr>
          <a:xfrm>
            <a:off x="6781500" y="3028050"/>
            <a:ext cx="1902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Future you</a:t>
            </a:r>
            <a:endParaRPr b="0" i="0" sz="1400" u="none" cap="none" strike="noStrike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1" name="Google Shape;441;p106"/>
          <p:cNvSpPr/>
          <p:nvPr/>
        </p:nvSpPr>
        <p:spPr>
          <a:xfrm>
            <a:off x="6197100" y="3028038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</a:t>
            </a:r>
            <a:endParaRPr b="1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7"/>
          <p:cNvSpPr/>
          <p:nvPr/>
        </p:nvSpPr>
        <p:spPr>
          <a:xfrm>
            <a:off x="171000" y="183225"/>
            <a:ext cx="8802000" cy="4318800"/>
          </a:xfrm>
          <a:prstGeom prst="roundRect">
            <a:avLst>
              <a:gd fmla="val 3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7"/>
          <p:cNvSpPr/>
          <p:nvPr/>
        </p:nvSpPr>
        <p:spPr>
          <a:xfrm>
            <a:off x="1477125" y="492425"/>
            <a:ext cx="1417200" cy="371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Spot it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107"/>
          <p:cNvSpPr txBox="1"/>
          <p:nvPr/>
        </p:nvSpPr>
        <p:spPr>
          <a:xfrm>
            <a:off x="1882575" y="1654425"/>
            <a:ext cx="387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Look closely at the words, the tag and the photo.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many risks can you find?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107"/>
          <p:cNvSpPr txBox="1"/>
          <p:nvPr/>
        </p:nvSpPr>
        <p:spPr>
          <a:xfrm>
            <a:off x="1501575" y="1092425"/>
            <a:ext cx="6227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does this post give away?</a:t>
            </a:r>
            <a:endParaRPr b="1" i="0" sz="2200" u="none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50" name="Google Shape;450;p107"/>
          <p:cNvSpPr/>
          <p:nvPr/>
        </p:nvSpPr>
        <p:spPr>
          <a:xfrm>
            <a:off x="1477113" y="1692425"/>
            <a:ext cx="260400" cy="26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07"/>
          <p:cNvSpPr txBox="1"/>
          <p:nvPr/>
        </p:nvSpPr>
        <p:spPr>
          <a:xfrm>
            <a:off x="7712450" y="531600"/>
            <a:ext cx="95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2 minutes</a:t>
            </a:r>
            <a:endParaRPr b="0" i="0" sz="1500" u="none" cap="none" strike="noStrik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107"/>
          <p:cNvSpPr/>
          <p:nvPr/>
        </p:nvSpPr>
        <p:spPr>
          <a:xfrm>
            <a:off x="475845" y="488035"/>
            <a:ext cx="696476" cy="994966"/>
          </a:xfrm>
          <a:custGeom>
            <a:rect b="b" l="l" r="r" t="t"/>
            <a:pathLst>
              <a:path extrusionOk="0" h="158750" w="111125">
                <a:moveTo>
                  <a:pt x="55245" y="15875"/>
                </a:moveTo>
                <a:cubicBezTo>
                  <a:pt x="77470" y="15875"/>
                  <a:pt x="95250" y="33655"/>
                  <a:pt x="95250" y="55880"/>
                </a:cubicBezTo>
                <a:cubicBezTo>
                  <a:pt x="95250" y="68580"/>
                  <a:pt x="88900" y="80645"/>
                  <a:pt x="78105" y="88265"/>
                </a:cubicBezTo>
                <a:lnTo>
                  <a:pt x="71120" y="92710"/>
                </a:lnTo>
                <a:lnTo>
                  <a:pt x="71120" y="111125"/>
                </a:lnTo>
                <a:lnTo>
                  <a:pt x="39370" y="111125"/>
                </a:lnTo>
                <a:lnTo>
                  <a:pt x="39370" y="92710"/>
                </a:lnTo>
                <a:lnTo>
                  <a:pt x="32385" y="88265"/>
                </a:lnTo>
                <a:cubicBezTo>
                  <a:pt x="22225" y="80645"/>
                  <a:pt x="15875" y="68580"/>
                  <a:pt x="15875" y="55880"/>
                </a:cubicBezTo>
                <a:cubicBezTo>
                  <a:pt x="15875" y="33655"/>
                  <a:pt x="33655" y="15875"/>
                  <a:pt x="55245" y="15875"/>
                </a:cubicBezTo>
                <a:close/>
                <a:moveTo>
                  <a:pt x="55245" y="0"/>
                </a:moveTo>
                <a:cubicBezTo>
                  <a:pt x="24765" y="0"/>
                  <a:pt x="0" y="24765"/>
                  <a:pt x="0" y="55880"/>
                </a:cubicBezTo>
                <a:cubicBezTo>
                  <a:pt x="0" y="74295"/>
                  <a:pt x="8890" y="90805"/>
                  <a:pt x="23495" y="100965"/>
                </a:cubicBezTo>
                <a:lnTo>
                  <a:pt x="23495" y="119380"/>
                </a:lnTo>
                <a:cubicBezTo>
                  <a:pt x="23495" y="123190"/>
                  <a:pt x="27305" y="127000"/>
                  <a:pt x="31750" y="127000"/>
                </a:cubicBezTo>
                <a:lnTo>
                  <a:pt x="79375" y="127000"/>
                </a:lnTo>
                <a:cubicBezTo>
                  <a:pt x="83185" y="127000"/>
                  <a:pt x="86995" y="123190"/>
                  <a:pt x="86995" y="119380"/>
                </a:cubicBezTo>
                <a:lnTo>
                  <a:pt x="86995" y="100965"/>
                </a:lnTo>
                <a:cubicBezTo>
                  <a:pt x="101600" y="90805"/>
                  <a:pt x="111125" y="74295"/>
                  <a:pt x="111125" y="55880"/>
                </a:cubicBezTo>
                <a:cubicBezTo>
                  <a:pt x="111125" y="24765"/>
                  <a:pt x="85725" y="0"/>
                  <a:pt x="55245" y="0"/>
                </a:cubicBezTo>
                <a:close/>
                <a:moveTo>
                  <a:pt x="31750" y="142875"/>
                </a:moveTo>
                <a:lnTo>
                  <a:pt x="31750" y="151130"/>
                </a:lnTo>
                <a:cubicBezTo>
                  <a:pt x="31750" y="154940"/>
                  <a:pt x="34925" y="158750"/>
                  <a:pt x="39370" y="158750"/>
                </a:cubicBezTo>
                <a:lnTo>
                  <a:pt x="71120" y="158750"/>
                </a:lnTo>
                <a:cubicBezTo>
                  <a:pt x="75565" y="158750"/>
                  <a:pt x="79375" y="154940"/>
                  <a:pt x="79375" y="151130"/>
                </a:cubicBezTo>
                <a:lnTo>
                  <a:pt x="79375" y="1428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7"/>
          <p:cNvSpPr/>
          <p:nvPr/>
        </p:nvSpPr>
        <p:spPr>
          <a:xfrm>
            <a:off x="7392956" y="488018"/>
            <a:ext cx="319496" cy="318153"/>
          </a:xfrm>
          <a:custGeom>
            <a:rect b="b" l="l" r="r" t="t"/>
            <a:pathLst>
              <a:path extrusionOk="0" h="1045" w="1048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7"/>
          <p:cNvSpPr/>
          <p:nvPr/>
        </p:nvSpPr>
        <p:spPr>
          <a:xfrm>
            <a:off x="1477113" y="2154100"/>
            <a:ext cx="260400" cy="26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5" name="Google Shape;455;p107"/>
          <p:cNvGrpSpPr/>
          <p:nvPr/>
        </p:nvGrpSpPr>
        <p:grpSpPr>
          <a:xfrm rot="2700000">
            <a:off x="1574014" y="1759115"/>
            <a:ext cx="66599" cy="103499"/>
            <a:chOff x="1549750" y="1761575"/>
            <a:chExt cx="66600" cy="103500"/>
          </a:xfrm>
        </p:grpSpPr>
        <p:sp>
          <p:nvSpPr>
            <p:cNvPr id="456" name="Google Shape;456;p107"/>
            <p:cNvSpPr/>
            <p:nvPr/>
          </p:nvSpPr>
          <p:spPr>
            <a:xfrm>
              <a:off x="1595950" y="1761575"/>
              <a:ext cx="20400" cy="10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" name="Google Shape;457;p107"/>
            <p:cNvSpPr/>
            <p:nvPr/>
          </p:nvSpPr>
          <p:spPr>
            <a:xfrm rot="5400000">
              <a:off x="1572850" y="1821575"/>
              <a:ext cx="20400" cy="66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 A checklist with a big question mark at the end." id="458" name="Google Shape;458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0850" y="1318050"/>
            <a:ext cx="2507400" cy="2507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108"/>
          <p:cNvGrpSpPr/>
          <p:nvPr/>
        </p:nvGrpSpPr>
        <p:grpSpPr>
          <a:xfrm>
            <a:off x="476250" y="1190625"/>
            <a:ext cx="4000500" cy="3048000"/>
            <a:chOff x="476250" y="1190625"/>
            <a:chExt cx="4000500" cy="3048000"/>
          </a:xfrm>
        </p:grpSpPr>
        <p:grpSp>
          <p:nvGrpSpPr>
            <p:cNvPr id="464" name="Google Shape;464;p108"/>
            <p:cNvGrpSpPr/>
            <p:nvPr/>
          </p:nvGrpSpPr>
          <p:grpSpPr>
            <a:xfrm>
              <a:off x="476250" y="1190625"/>
              <a:ext cx="4000500" cy="914400"/>
              <a:chOff x="0" y="0"/>
              <a:chExt cx="4000500" cy="914400"/>
            </a:xfrm>
          </p:grpSpPr>
          <p:sp>
            <p:nvSpPr>
              <p:cNvPr id="465" name="Google Shape;465;p108"/>
              <p:cNvSpPr/>
              <p:nvPr/>
            </p:nvSpPr>
            <p:spPr>
              <a:xfrm>
                <a:off x="0" y="0"/>
                <a:ext cx="4000500" cy="9144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08"/>
              <p:cNvSpPr/>
              <p:nvPr/>
            </p:nvSpPr>
            <p:spPr>
              <a:xfrm>
                <a:off x="190500" y="190500"/>
                <a:ext cx="533400" cy="5334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08"/>
              <p:cNvSpPr txBox="1"/>
              <p:nvPr/>
            </p:nvSpPr>
            <p:spPr>
              <a:xfrm>
                <a:off x="323850" y="35306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GB" sz="2000" u="none" cap="none" strike="noStrike">
                    <a:solidFill>
                      <a:srgbClr val="8338EC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🔒</a:t>
                </a:r>
                <a:endParaRPr b="0" i="0" sz="2000" u="none" cap="none" strike="noStrike">
                  <a:solidFill>
                    <a:srgbClr val="8338EC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68" name="Google Shape;468;p108"/>
              <p:cNvSpPr txBox="1"/>
              <p:nvPr/>
            </p:nvSpPr>
            <p:spPr>
              <a:xfrm>
                <a:off x="876300" y="0"/>
                <a:ext cx="29337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GB" sz="1600" u="none" cap="none" strike="noStrike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Check your privacy settings</a:t>
                </a:r>
                <a:endParaRPr b="1" i="0" sz="1600" u="none" cap="none" strike="noStrike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69" name="Google Shape;469;p108"/>
            <p:cNvGrpSpPr/>
            <p:nvPr/>
          </p:nvGrpSpPr>
          <p:grpSpPr>
            <a:xfrm>
              <a:off x="476250" y="2257425"/>
              <a:ext cx="4000500" cy="914400"/>
              <a:chOff x="0" y="0"/>
              <a:chExt cx="4000500" cy="914400"/>
            </a:xfrm>
          </p:grpSpPr>
          <p:sp>
            <p:nvSpPr>
              <p:cNvPr id="470" name="Google Shape;470;p108"/>
              <p:cNvSpPr/>
              <p:nvPr/>
            </p:nvSpPr>
            <p:spPr>
              <a:xfrm>
                <a:off x="0" y="0"/>
                <a:ext cx="4000500" cy="9144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08"/>
              <p:cNvSpPr/>
              <p:nvPr/>
            </p:nvSpPr>
            <p:spPr>
              <a:xfrm>
                <a:off x="190500" y="190500"/>
                <a:ext cx="533400" cy="533400"/>
              </a:xfrm>
              <a:prstGeom prst="ellipse">
                <a:avLst/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08"/>
              <p:cNvSpPr txBox="1"/>
              <p:nvPr/>
            </p:nvSpPr>
            <p:spPr>
              <a:xfrm>
                <a:off x="323850" y="35306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GB" sz="2000" u="none" cap="none" strike="noStrike">
                    <a:solidFill>
                      <a:srgbClr val="0EA5E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🔑</a:t>
                </a:r>
                <a:endParaRPr b="0" i="0" sz="2000" u="none" cap="none" strike="noStrike">
                  <a:solidFill>
                    <a:srgbClr val="0EA5E9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73" name="Google Shape;473;p108"/>
              <p:cNvSpPr txBox="1"/>
              <p:nvPr/>
            </p:nvSpPr>
            <p:spPr>
              <a:xfrm>
                <a:off x="876300" y="0"/>
                <a:ext cx="29337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GB" sz="1600" u="none" cap="none" strike="noStrike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Three random words + 2SV</a:t>
                </a:r>
                <a:endParaRPr b="1" i="0" sz="1600" u="none" cap="none" strike="noStrike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74" name="Google Shape;474;p108"/>
            <p:cNvGrpSpPr/>
            <p:nvPr/>
          </p:nvGrpSpPr>
          <p:grpSpPr>
            <a:xfrm>
              <a:off x="476250" y="3324225"/>
              <a:ext cx="4000500" cy="914400"/>
              <a:chOff x="0" y="0"/>
              <a:chExt cx="4000500" cy="914400"/>
            </a:xfrm>
          </p:grpSpPr>
          <p:sp>
            <p:nvSpPr>
              <p:cNvPr id="475" name="Google Shape;475;p108"/>
              <p:cNvSpPr/>
              <p:nvPr/>
            </p:nvSpPr>
            <p:spPr>
              <a:xfrm>
                <a:off x="0" y="0"/>
                <a:ext cx="4000500" cy="9144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08"/>
              <p:cNvSpPr/>
              <p:nvPr/>
            </p:nvSpPr>
            <p:spPr>
              <a:xfrm>
                <a:off x="190500" y="190500"/>
                <a:ext cx="533400" cy="5334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08"/>
              <p:cNvSpPr txBox="1"/>
              <p:nvPr/>
            </p:nvSpPr>
            <p:spPr>
              <a:xfrm>
                <a:off x="323850" y="35306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GB" sz="2000" u="none" cap="none" strike="noStrike">
                    <a:solidFill>
                      <a:srgbClr val="D9770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📍</a:t>
                </a:r>
                <a:endParaRPr b="0" i="0" sz="2000" u="none" cap="none" strike="noStrike">
                  <a:solidFill>
                    <a:srgbClr val="D97706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78" name="Google Shape;478;p108"/>
              <p:cNvSpPr txBox="1"/>
              <p:nvPr/>
            </p:nvSpPr>
            <p:spPr>
              <a:xfrm>
                <a:off x="876300" y="0"/>
                <a:ext cx="29337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GB" sz="1600" u="none" cap="none" strike="noStrike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Turn off location tagging</a:t>
                </a:r>
                <a:endParaRPr b="1" i="0" sz="1600" u="none" cap="none" strike="noStrike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79" name="Google Shape;479;p108"/>
          <p:cNvGrpSpPr/>
          <p:nvPr/>
        </p:nvGrpSpPr>
        <p:grpSpPr>
          <a:xfrm>
            <a:off x="4762500" y="1190625"/>
            <a:ext cx="3905400" cy="3048000"/>
            <a:chOff x="0" y="0"/>
            <a:chExt cx="3905400" cy="3048000"/>
          </a:xfrm>
        </p:grpSpPr>
        <p:sp>
          <p:nvSpPr>
            <p:cNvPr id="480" name="Google Shape;480;p108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6250" name="adj"/>
              </a:avLst>
            </a:prstGeom>
            <a:solidFill>
              <a:srgbClr val="E800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08"/>
            <p:cNvSpPr txBox="1"/>
            <p:nvPr/>
          </p:nvSpPr>
          <p:spPr>
            <a:xfrm>
              <a:off x="304800" y="304800"/>
              <a:ext cx="32958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Your footprint, your future</a:t>
              </a:r>
              <a:endParaRPr b="1" i="0" sz="20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GB" sz="1250" u="none" cap="none" strike="noStrike">
                  <a:solidFill>
                    <a:srgbClr val="FFE4E6"/>
                  </a:solidFill>
                  <a:latin typeface="Inter"/>
                  <a:ea typeface="Inter"/>
                  <a:cs typeface="Inter"/>
                  <a:sym typeface="Inter"/>
                </a:rPr>
                <a:t>Small habits now protect your reputation and your safety later.</a:t>
              </a:r>
              <a:endParaRPr b="0" i="0" sz="1250" u="none" cap="none" strike="noStrike">
                <a:solidFill>
                  <a:srgbClr val="FFE4E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GB" sz="115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Quick check</a:t>
              </a:r>
              <a:endParaRPr b="1" i="0" sz="11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GB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When did you last search your own name online?</a:t>
              </a:r>
              <a:endParaRPr b="0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2" name="Google Shape;482;p108"/>
          <p:cNvSpPr txBox="1"/>
          <p:nvPr/>
        </p:nvSpPr>
        <p:spPr>
          <a:xfrm>
            <a:off x="428625" y="381000"/>
            <a:ext cx="828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Protect Your Footprint</a:t>
            </a:r>
            <a:endParaRPr b="1" i="0" sz="2800" u="none" cap="none" strike="noStrike">
              <a:solidFill>
                <a:srgbClr val="17171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/>
        </p:nvSpPr>
        <p:spPr>
          <a:xfrm>
            <a:off x="356700" y="1411750"/>
            <a:ext cx="84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7171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Five questions to ask before you hit "share"</a:t>
            </a:r>
            <a:endParaRPr b="1" i="0" sz="2400" u="none" cap="none" strike="noStrike">
              <a:solidFill>
                <a:srgbClr val="17171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88" name="Google Shape;488;p109"/>
          <p:cNvSpPr/>
          <p:nvPr/>
        </p:nvSpPr>
        <p:spPr>
          <a:xfrm>
            <a:off x="356700" y="1962175"/>
            <a:ext cx="8142300" cy="1800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rue: is it accurate?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b="0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elpful: does it help anyone?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nspiring: would you be proud of it?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ecessary: does it need saying?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b="0" i="0" lang="en-GB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ind: could it hurt someone?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109"/>
          <p:cNvSpPr txBox="1"/>
          <p:nvPr/>
        </p:nvSpPr>
        <p:spPr>
          <a:xfrm>
            <a:off x="338400" y="3850000"/>
            <a:ext cx="8467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If the answer to any of these is "no", think again before posting.</a:t>
            </a:r>
            <a:endParaRPr b="0" i="0" sz="11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109"/>
          <p:cNvSpPr txBox="1"/>
          <p:nvPr/>
        </p:nvSpPr>
        <p:spPr>
          <a:xfrm>
            <a:off x="304800" y="304800"/>
            <a:ext cx="8281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THINK Before You Post</a:t>
            </a:r>
            <a:endParaRPr b="1" i="0" sz="3200" u="none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0"/>
          <p:cNvSpPr/>
          <p:nvPr/>
        </p:nvSpPr>
        <p:spPr>
          <a:xfrm>
            <a:off x="509100" y="209575"/>
            <a:ext cx="8142300" cy="1490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GB" sz="3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Regret a Post? What To Do</a:t>
            </a:r>
            <a:endParaRPr b="0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110"/>
          <p:cNvSpPr/>
          <p:nvPr/>
        </p:nvSpPr>
        <p:spPr>
          <a:xfrm>
            <a:off x="509100" y="1817700"/>
            <a:ext cx="8142300" cy="2478900"/>
          </a:xfrm>
          <a:prstGeom prst="roundRect">
            <a:avLst>
              <a:gd fmla="val 7206" name="adj"/>
            </a:avLst>
          </a:prstGeom>
          <a:solidFill>
            <a:srgbClr val="FFFFFF"/>
          </a:solidFill>
          <a:ln cap="flat" cmpd="sng" w="1905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 quickly, but don't panic</a:t>
            </a:r>
            <a:endParaRPr b="1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Most things can be limited if you act fast.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Steps to take:</a:t>
            </a:r>
            <a:endParaRPr b="1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Delete the post from your account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Ask friends to remove shares or tags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Check and tighten your privacy settings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Search your name to see what still shows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5. Talk to someone you trust if it is worrying you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11"/>
          <p:cNvSpPr/>
          <p:nvPr/>
        </p:nvSpPr>
        <p:spPr>
          <a:xfrm>
            <a:off x="171000" y="183225"/>
            <a:ext cx="8802000" cy="4318800"/>
          </a:xfrm>
          <a:prstGeom prst="roundRect">
            <a:avLst>
              <a:gd fmla="val 3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11"/>
          <p:cNvSpPr/>
          <p:nvPr/>
        </p:nvSpPr>
        <p:spPr>
          <a:xfrm>
            <a:off x="1477125" y="492425"/>
            <a:ext cx="1417200" cy="371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Get Help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3" name="Google Shape;503;p111"/>
          <p:cNvSpPr txBox="1"/>
          <p:nvPr/>
        </p:nvSpPr>
        <p:spPr>
          <a:xfrm>
            <a:off x="1861075" y="1728025"/>
            <a:ext cx="66000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Your tutor or any member of staff you trust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college Designated Safeguarding Lead (DSL)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0"/>
              </a:spcBef>
              <a:spcAft>
                <a:spcPts val="26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CEOP, if someone online is making you feel unsafe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111"/>
          <p:cNvSpPr txBox="1"/>
          <p:nvPr/>
        </p:nvSpPr>
        <p:spPr>
          <a:xfrm>
            <a:off x="1501575" y="1092425"/>
            <a:ext cx="727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Something worrying you online? Tell someone.</a:t>
            </a:r>
            <a:endParaRPr b="1" i="0" sz="2200" u="none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05" name="Google Shape;505;p111"/>
          <p:cNvSpPr/>
          <p:nvPr/>
        </p:nvSpPr>
        <p:spPr>
          <a:xfrm>
            <a:off x="1477113" y="1768625"/>
            <a:ext cx="260400" cy="26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1"/>
          <p:cNvSpPr/>
          <p:nvPr/>
        </p:nvSpPr>
        <p:spPr>
          <a:xfrm>
            <a:off x="475845" y="488035"/>
            <a:ext cx="696476" cy="994966"/>
          </a:xfrm>
          <a:custGeom>
            <a:rect b="b" l="l" r="r" t="t"/>
            <a:pathLst>
              <a:path extrusionOk="0" h="158750" w="111125">
                <a:moveTo>
                  <a:pt x="55245" y="15875"/>
                </a:moveTo>
                <a:cubicBezTo>
                  <a:pt x="77470" y="15875"/>
                  <a:pt x="95250" y="33655"/>
                  <a:pt x="95250" y="55880"/>
                </a:cubicBezTo>
                <a:cubicBezTo>
                  <a:pt x="95250" y="68580"/>
                  <a:pt x="88900" y="80645"/>
                  <a:pt x="78105" y="88265"/>
                </a:cubicBezTo>
                <a:lnTo>
                  <a:pt x="71120" y="92710"/>
                </a:lnTo>
                <a:lnTo>
                  <a:pt x="71120" y="111125"/>
                </a:lnTo>
                <a:lnTo>
                  <a:pt x="39370" y="111125"/>
                </a:lnTo>
                <a:lnTo>
                  <a:pt x="39370" y="92710"/>
                </a:lnTo>
                <a:lnTo>
                  <a:pt x="32385" y="88265"/>
                </a:lnTo>
                <a:cubicBezTo>
                  <a:pt x="22225" y="80645"/>
                  <a:pt x="15875" y="68580"/>
                  <a:pt x="15875" y="55880"/>
                </a:cubicBezTo>
                <a:cubicBezTo>
                  <a:pt x="15875" y="33655"/>
                  <a:pt x="33655" y="15875"/>
                  <a:pt x="55245" y="15875"/>
                </a:cubicBezTo>
                <a:close/>
                <a:moveTo>
                  <a:pt x="55245" y="0"/>
                </a:moveTo>
                <a:cubicBezTo>
                  <a:pt x="24765" y="0"/>
                  <a:pt x="0" y="24765"/>
                  <a:pt x="0" y="55880"/>
                </a:cubicBezTo>
                <a:cubicBezTo>
                  <a:pt x="0" y="74295"/>
                  <a:pt x="8890" y="90805"/>
                  <a:pt x="23495" y="100965"/>
                </a:cubicBezTo>
                <a:lnTo>
                  <a:pt x="23495" y="119380"/>
                </a:lnTo>
                <a:cubicBezTo>
                  <a:pt x="23495" y="123190"/>
                  <a:pt x="27305" y="127000"/>
                  <a:pt x="31750" y="127000"/>
                </a:cubicBezTo>
                <a:lnTo>
                  <a:pt x="79375" y="127000"/>
                </a:lnTo>
                <a:cubicBezTo>
                  <a:pt x="83185" y="127000"/>
                  <a:pt x="86995" y="123190"/>
                  <a:pt x="86995" y="119380"/>
                </a:cubicBezTo>
                <a:lnTo>
                  <a:pt x="86995" y="100965"/>
                </a:lnTo>
                <a:cubicBezTo>
                  <a:pt x="101600" y="90805"/>
                  <a:pt x="111125" y="74295"/>
                  <a:pt x="111125" y="55880"/>
                </a:cubicBezTo>
                <a:cubicBezTo>
                  <a:pt x="111125" y="24765"/>
                  <a:pt x="85725" y="0"/>
                  <a:pt x="55245" y="0"/>
                </a:cubicBezTo>
                <a:close/>
                <a:moveTo>
                  <a:pt x="31750" y="142875"/>
                </a:moveTo>
                <a:lnTo>
                  <a:pt x="31750" y="151130"/>
                </a:lnTo>
                <a:cubicBezTo>
                  <a:pt x="31750" y="154940"/>
                  <a:pt x="34925" y="158750"/>
                  <a:pt x="39370" y="158750"/>
                </a:cubicBezTo>
                <a:lnTo>
                  <a:pt x="71120" y="158750"/>
                </a:lnTo>
                <a:cubicBezTo>
                  <a:pt x="75565" y="158750"/>
                  <a:pt x="79375" y="154940"/>
                  <a:pt x="79375" y="151130"/>
                </a:cubicBezTo>
                <a:lnTo>
                  <a:pt x="79375" y="1428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11"/>
          <p:cNvSpPr/>
          <p:nvPr/>
        </p:nvSpPr>
        <p:spPr>
          <a:xfrm>
            <a:off x="1477113" y="2306500"/>
            <a:ext cx="260400" cy="26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111"/>
          <p:cNvGrpSpPr/>
          <p:nvPr/>
        </p:nvGrpSpPr>
        <p:grpSpPr>
          <a:xfrm rot="2700000">
            <a:off x="1574014" y="1835315"/>
            <a:ext cx="66599" cy="103499"/>
            <a:chOff x="1549750" y="1761575"/>
            <a:chExt cx="66600" cy="103500"/>
          </a:xfrm>
        </p:grpSpPr>
        <p:sp>
          <p:nvSpPr>
            <p:cNvPr id="509" name="Google Shape;509;p111"/>
            <p:cNvSpPr/>
            <p:nvPr/>
          </p:nvSpPr>
          <p:spPr>
            <a:xfrm>
              <a:off x="1595950" y="1761575"/>
              <a:ext cx="20400" cy="10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0" name="Google Shape;510;p111"/>
            <p:cNvSpPr/>
            <p:nvPr/>
          </p:nvSpPr>
          <p:spPr>
            <a:xfrm rot="5400000">
              <a:off x="1572850" y="1821575"/>
              <a:ext cx="20400" cy="66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1" name="Google Shape;511;p111"/>
          <p:cNvSpPr/>
          <p:nvPr/>
        </p:nvSpPr>
        <p:spPr>
          <a:xfrm>
            <a:off x="1477113" y="2843375"/>
            <a:ext cx="260400" cy="26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2"/>
          <p:cNvSpPr txBox="1"/>
          <p:nvPr>
            <p:ph type="title"/>
          </p:nvPr>
        </p:nvSpPr>
        <p:spPr>
          <a:xfrm>
            <a:off x="331500" y="1170525"/>
            <a:ext cx="84810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GB" sz="4800"/>
              <a:t>Your footprint, your future</a:t>
            </a:r>
            <a:endParaRPr sz="4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GB" sz="2200"/>
              <a:t>One thing you'll change today?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2H Education">
  <a:themeElements>
    <a:clrScheme name="Simple Light">
      <a:dk1>
        <a:srgbClr val="171719"/>
      </a:dk1>
      <a:lt1>
        <a:srgbClr val="FFFFFF"/>
      </a:lt1>
      <a:dk2>
        <a:srgbClr val="595959"/>
      </a:dk2>
      <a:lt2>
        <a:srgbClr val="EEEEEE"/>
      </a:lt2>
      <a:accent1>
        <a:srgbClr val="FF006E"/>
      </a:accent1>
      <a:accent2>
        <a:srgbClr val="8338EC"/>
      </a:accent2>
      <a:accent3>
        <a:srgbClr val="3A86FF"/>
      </a:accent3>
      <a:accent4>
        <a:srgbClr val="FFBE0B"/>
      </a:accent4>
      <a:accent5>
        <a:srgbClr val="FB5607"/>
      </a:accent5>
      <a:accent6>
        <a:srgbClr val="EEEFF0"/>
      </a:accent6>
      <a:hlink>
        <a:srgbClr val="FF006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2H Education">
  <a:themeElements>
    <a:clrScheme name="Simple Light">
      <a:dk1>
        <a:srgbClr val="171719"/>
      </a:dk1>
      <a:lt1>
        <a:srgbClr val="FFFFFF"/>
      </a:lt1>
      <a:dk2>
        <a:srgbClr val="595959"/>
      </a:dk2>
      <a:lt2>
        <a:srgbClr val="EEEEEE"/>
      </a:lt2>
      <a:accent1>
        <a:srgbClr val="FF006E"/>
      </a:accent1>
      <a:accent2>
        <a:srgbClr val="8338EC"/>
      </a:accent2>
      <a:accent3>
        <a:srgbClr val="3A86FF"/>
      </a:accent3>
      <a:accent4>
        <a:srgbClr val="FFBE0B"/>
      </a:accent4>
      <a:accent5>
        <a:srgbClr val="FB5607"/>
      </a:accent5>
      <a:accent6>
        <a:srgbClr val="EEEFF0"/>
      </a:accent6>
      <a:hlink>
        <a:srgbClr val="FF006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H2H Education">
  <a:themeElements>
    <a:clrScheme name="Simple Light">
      <a:dk1>
        <a:srgbClr val="171719"/>
      </a:dk1>
      <a:lt1>
        <a:srgbClr val="FFFFFF"/>
      </a:lt1>
      <a:dk2>
        <a:srgbClr val="595959"/>
      </a:dk2>
      <a:lt2>
        <a:srgbClr val="EEEEEE"/>
      </a:lt2>
      <a:accent1>
        <a:srgbClr val="FF006E"/>
      </a:accent1>
      <a:accent2>
        <a:srgbClr val="8338EC"/>
      </a:accent2>
      <a:accent3>
        <a:srgbClr val="3A86FF"/>
      </a:accent3>
      <a:accent4>
        <a:srgbClr val="FFBE0B"/>
      </a:accent4>
      <a:accent5>
        <a:srgbClr val="FB5607"/>
      </a:accent5>
      <a:accent6>
        <a:srgbClr val="EEEFF0"/>
      </a:accent6>
      <a:hlink>
        <a:srgbClr val="FF006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